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3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1" r:id="rId9"/>
    <p:sldId id="262" r:id="rId10"/>
    <p:sldId id="263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EB3E1E-51E9-4A27-B90B-9F2F37DDA367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E8B30A-DAA1-445E-8C74-7AABE586AC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2930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9D512-B86E-42DD-AA38-3FC9B2F18EF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84B2B-FE9B-4F82-BC4D-D56A0E4226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368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9D512-B86E-42DD-AA38-3FC9B2F18EF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84B2B-FE9B-4F82-BC4D-D56A0E4226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6759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9D512-B86E-42DD-AA38-3FC9B2F18EF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84B2B-FE9B-4F82-BC4D-D56A0E4226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6264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9D512-B86E-42DD-AA38-3FC9B2F18EF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84B2B-FE9B-4F82-BC4D-D56A0E4226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6059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9D512-B86E-42DD-AA38-3FC9B2F18EF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84B2B-FE9B-4F82-BC4D-D56A0E4226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548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9D512-B86E-42DD-AA38-3FC9B2F18EF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84B2B-FE9B-4F82-BC4D-D56A0E4226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7753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9D512-B86E-42DD-AA38-3FC9B2F18EF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84B2B-FE9B-4F82-BC4D-D56A0E4226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9329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9D512-B86E-42DD-AA38-3FC9B2F18EF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84B2B-FE9B-4F82-BC4D-D56A0E4226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7615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9D512-B86E-42DD-AA38-3FC9B2F18EF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84B2B-FE9B-4F82-BC4D-D56A0E4226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3438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9D512-B86E-42DD-AA38-3FC9B2F18EF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84B2B-FE9B-4F82-BC4D-D56A0E4226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6979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9D512-B86E-42DD-AA38-3FC9B2F18EF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84B2B-FE9B-4F82-BC4D-D56A0E4226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04399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9D512-B86E-42DD-AA38-3FC9B2F18EF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84B2B-FE9B-4F82-BC4D-D56A0E422668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67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9D512-B86E-42DD-AA38-3FC9B2F18EF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84B2B-FE9B-4F82-BC4D-D56A0E4226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31019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9D512-B86E-42DD-AA38-3FC9B2F18EF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84B2B-FE9B-4F82-BC4D-D56A0E4226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6319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9D512-B86E-42DD-AA38-3FC9B2F18EF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84B2B-FE9B-4F82-BC4D-D56A0E4226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9546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9D512-B86E-42DD-AA38-3FC9B2F18EF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84B2B-FE9B-4F82-BC4D-D56A0E4226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44673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9D512-B86E-42DD-AA38-3FC9B2F18EF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84B2B-FE9B-4F82-BC4D-D56A0E4226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9959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F89D512-B86E-42DD-AA38-3FC9B2F18EF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384B2B-FE9B-4F82-BC4D-D56A0E4226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34982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  <p:sldLayoutId id="2147483766" r:id="rId13"/>
    <p:sldLayoutId id="2147483767" r:id="rId14"/>
    <p:sldLayoutId id="2147483768" r:id="rId15"/>
    <p:sldLayoutId id="2147483769" r:id="rId16"/>
    <p:sldLayoutId id="214748377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F84D8-3026-3070-B026-BB0ABFB80D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Sales Analysis Dashboard – Tableau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C718B4-FE64-AFA6-6FE9-F8A80F5E40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Sales Data (2003–2005) </a:t>
            </a:r>
          </a:p>
          <a:p>
            <a:r>
              <a:rPr lang="en-US" dirty="0"/>
              <a:t>Prepared by: </a:t>
            </a:r>
            <a:r>
              <a:rPr lang="en-US" i="1" dirty="0"/>
              <a:t>Aadhya MD</a:t>
            </a:r>
            <a:br>
              <a:rPr lang="en-US" dirty="0"/>
            </a:br>
            <a:r>
              <a:rPr lang="en-US" dirty="0"/>
              <a:t>Elevate Labs Internship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844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4DD8F-2D6E-962C-4AAD-EFE5F195F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232" y="452718"/>
            <a:ext cx="9126602" cy="1400530"/>
          </a:xfrm>
        </p:spPr>
        <p:txBody>
          <a:bodyPr/>
          <a:lstStyle/>
          <a:p>
            <a:r>
              <a:rPr lang="en-IN" b="1" dirty="0"/>
              <a:t>Project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21750E0-F004-25A0-2076-C65A54974B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73191"/>
            <a:ext cx="9603658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Analyzed sales performance using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sales_data_sample.csv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dataset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Built interactive dashboard using Tableau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Included KPIs, bar chart, line chart,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treemap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filled map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Filters: Country, ProductLine, Year</a:t>
            </a:r>
          </a:p>
        </p:txBody>
      </p:sp>
    </p:spTree>
    <p:extLst>
      <p:ext uri="{BB962C8B-B14F-4D97-AF65-F5344CB8AC3E}">
        <p14:creationId xmlns:p14="http://schemas.microsoft.com/office/powerpoint/2010/main" val="1132103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E360C-2690-84A7-7AFC-C2D0382E5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2890" y="452718"/>
            <a:ext cx="9047944" cy="1400530"/>
          </a:xfrm>
        </p:spPr>
        <p:txBody>
          <a:bodyPr/>
          <a:lstStyle/>
          <a:p>
            <a:r>
              <a:rPr lang="en-IN" b="1" dirty="0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DD25E-47D0-91D3-FAF4-1FB6B49C1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Content:</a:t>
            </a:r>
            <a:endParaRPr lang="en-US" dirty="0"/>
          </a:p>
          <a:p>
            <a:r>
              <a:rPr lang="en-US" dirty="0"/>
              <a:t>Rows: </a:t>
            </a:r>
            <a:r>
              <a:rPr lang="en-US" b="1" dirty="0"/>
              <a:t>2823</a:t>
            </a:r>
            <a:endParaRPr lang="en-US" dirty="0"/>
          </a:p>
          <a:p>
            <a:r>
              <a:rPr lang="en-US" dirty="0"/>
              <a:t>Columns: </a:t>
            </a:r>
            <a:r>
              <a:rPr lang="en-US" b="1" dirty="0"/>
              <a:t>25</a:t>
            </a:r>
            <a:endParaRPr lang="en-US" dirty="0"/>
          </a:p>
          <a:p>
            <a:r>
              <a:rPr lang="en-US" dirty="0"/>
              <a:t>Fields include:</a:t>
            </a:r>
          </a:p>
          <a:p>
            <a:pPr lvl="1"/>
            <a:r>
              <a:rPr lang="en-US" dirty="0"/>
              <a:t>ProductLine</a:t>
            </a:r>
          </a:p>
          <a:p>
            <a:pPr lvl="1"/>
            <a:r>
              <a:rPr lang="en-US" dirty="0"/>
              <a:t>Country</a:t>
            </a:r>
          </a:p>
          <a:p>
            <a:pPr lvl="1"/>
            <a:r>
              <a:rPr lang="en-US" dirty="0"/>
              <a:t>OrderDate</a:t>
            </a:r>
          </a:p>
          <a:p>
            <a:pPr lvl="1"/>
            <a:r>
              <a:rPr lang="en-US" dirty="0"/>
              <a:t>QuantityOrdered</a:t>
            </a:r>
          </a:p>
          <a:p>
            <a:pPr lvl="1"/>
            <a:r>
              <a:rPr lang="en-US" dirty="0"/>
              <a:t>PriceEach</a:t>
            </a:r>
          </a:p>
          <a:p>
            <a:pPr lvl="1"/>
            <a:r>
              <a:rPr lang="en-US" dirty="0"/>
              <a:t>Sales</a:t>
            </a:r>
          </a:p>
          <a:p>
            <a:pPr lvl="1"/>
            <a:r>
              <a:rPr lang="en-US" dirty="0"/>
              <a:t>DealSize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3721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A1C25-2C5E-C55C-1DB0-2009A680D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52718"/>
            <a:ext cx="9212635" cy="1400530"/>
          </a:xfrm>
        </p:spPr>
        <p:txBody>
          <a:bodyPr/>
          <a:lstStyle/>
          <a:p>
            <a:r>
              <a:rPr lang="en-IN" b="1" dirty="0"/>
              <a:t>KPIs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F3B182-C95F-139A-2B40-A5CE10BD46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2223081"/>
            <a:ext cx="4451556" cy="16838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Total Sales: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10,032,629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Total Quantity Sold: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99,067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Average Price: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236.168</a:t>
            </a:r>
          </a:p>
        </p:txBody>
      </p:sp>
    </p:spTree>
    <p:extLst>
      <p:ext uri="{BB962C8B-B14F-4D97-AF65-F5344CB8AC3E}">
        <p14:creationId xmlns:p14="http://schemas.microsoft.com/office/powerpoint/2010/main" val="34021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2224F-447D-440A-82C1-0D3D42961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2718"/>
            <a:ext cx="9212634" cy="1400530"/>
          </a:xfrm>
        </p:spPr>
        <p:txBody>
          <a:bodyPr/>
          <a:lstStyle/>
          <a:p>
            <a:r>
              <a:rPr lang="en-IN" b="1" dirty="0"/>
              <a:t>Main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5879E-6461-289C-13DB-1EFDA2E92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</p:spPr>
        <p:txBody>
          <a:bodyPr/>
          <a:lstStyle/>
          <a:p>
            <a:r>
              <a:rPr lang="en-US" sz="2400" b="1" dirty="0"/>
              <a:t>Sales Dashboard — Complete View (Non-Filtered)</a:t>
            </a:r>
            <a:endParaRPr lang="en-US" sz="2400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160447-2C5E-6D08-8FDB-2FDCCBDDC0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29" y="2319306"/>
            <a:ext cx="9026013" cy="4445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640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566DF-0462-3098-734F-70943E2D5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Filtered Dashboard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DB7A2-D42F-47D0-60ED-9D63F7C79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006"/>
            <a:ext cx="10515600" cy="4711957"/>
          </a:xfrm>
        </p:spPr>
        <p:txBody>
          <a:bodyPr>
            <a:normAutofit/>
          </a:bodyPr>
          <a:lstStyle/>
          <a:p>
            <a:r>
              <a:rPr lang="en-US" sz="2400" b="1" dirty="0"/>
              <a:t>Dashboard View — Country: Australia | Year: 2003</a:t>
            </a:r>
            <a:endParaRPr lang="en-IN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BCE7D3-717F-2472-805B-318D7A9E8F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51587"/>
            <a:ext cx="9212633" cy="4385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258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1D0AE-E71D-16E3-DA52-0C155A5EA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Filtered Dashboard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D0E7B-B030-5087-EA65-6D2ED5813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68361"/>
            <a:ext cx="8596668" cy="4773002"/>
          </a:xfrm>
        </p:spPr>
        <p:txBody>
          <a:bodyPr>
            <a:normAutofit/>
          </a:bodyPr>
          <a:lstStyle/>
          <a:p>
            <a:r>
              <a:rPr lang="en-US" sz="2400" b="1" dirty="0"/>
              <a:t>Dashboard View — Country: USA | Multiple ProductLines</a:t>
            </a:r>
            <a:endParaRPr lang="en-IN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314096-B2F2-ABE5-6AF3-314FA3EE57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252" y="2202426"/>
            <a:ext cx="9303581" cy="4466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256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391FA-4AB3-97EF-8105-75F68A9EC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232" y="432619"/>
            <a:ext cx="9126602" cy="1420629"/>
          </a:xfrm>
        </p:spPr>
        <p:txBody>
          <a:bodyPr/>
          <a:lstStyle/>
          <a:p>
            <a:r>
              <a:rPr lang="en-IN" b="1" dirty="0"/>
              <a:t>Key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CC92228-BCFC-4822-06C3-1BD085C234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75715"/>
            <a:ext cx="669331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Classic Cars generates the highest revenue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USA is the strongest market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November has the highest monthly sales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Medium Deal Size dominates sales contribution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Ships and Trains contribute least</a:t>
            </a:r>
          </a:p>
        </p:txBody>
      </p:sp>
    </p:spTree>
    <p:extLst>
      <p:ext uri="{BB962C8B-B14F-4D97-AF65-F5344CB8AC3E}">
        <p14:creationId xmlns:p14="http://schemas.microsoft.com/office/powerpoint/2010/main" val="2548504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3199F-6129-13ED-D62D-0390CCCC0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077" y="452718"/>
            <a:ext cx="9234757" cy="1400530"/>
          </a:xfrm>
        </p:spPr>
        <p:txBody>
          <a:bodyPr/>
          <a:lstStyle/>
          <a:p>
            <a:r>
              <a:rPr lang="en-IN" b="1" dirty="0"/>
              <a:t>Tools Used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81FEA64-984C-8E6F-9753-0B9F883E4F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438" y="1817996"/>
            <a:ext cx="3581761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/>
              <a:t>Tableau  Public</a:t>
            </a: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/>
              <a:t>CSV Dataset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GitHub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PowerPoint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22391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C392D-6C08-A661-A419-6CE429729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/>
          <a:lstStyle/>
          <a:p>
            <a:r>
              <a:rPr lang="en-IN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568E4-BC9F-B2B4-3B0D-4159CFD65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The dashboard provides a complete view of product performance, regional sales distribution, and seasonal patterns.</a:t>
            </a:r>
            <a:br>
              <a:rPr lang="en-US" dirty="0"/>
            </a:br>
            <a:endParaRPr lang="en-US" dirty="0"/>
          </a:p>
          <a:p>
            <a:r>
              <a:rPr lang="en-US" sz="2400" dirty="0"/>
              <a:t>It can help business teams identify high-performing product lines and plan for peak sales periods.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66400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A997-2D80-7D2A-CCBE-A025052C0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23535"/>
            <a:ext cx="10515600" cy="34534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7200" dirty="0"/>
              <a:t>THANK YOU</a:t>
            </a:r>
            <a:endParaRPr lang="en-IN" sz="7200" dirty="0"/>
          </a:p>
        </p:txBody>
      </p:sp>
    </p:spTree>
    <p:extLst>
      <p:ext uri="{BB962C8B-B14F-4D97-AF65-F5344CB8AC3E}">
        <p14:creationId xmlns:p14="http://schemas.microsoft.com/office/powerpoint/2010/main" val="41124911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60</TotalTime>
  <Words>205</Words>
  <Application>Microsoft Office PowerPoint</Application>
  <PresentationFormat>Widescreen</PresentationFormat>
  <Paragraphs>52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</vt:lpstr>
      <vt:lpstr>Century Gothic</vt:lpstr>
      <vt:lpstr>Wingdings 3</vt:lpstr>
      <vt:lpstr>Ion</vt:lpstr>
      <vt:lpstr>Sales Analysis Dashboard – Tableau </vt:lpstr>
      <vt:lpstr>Project Overview</vt:lpstr>
      <vt:lpstr>Dataset Description</vt:lpstr>
      <vt:lpstr>KPIs</vt:lpstr>
      <vt:lpstr>Main Dashboard</vt:lpstr>
      <vt:lpstr>Filtered Dashboard 1</vt:lpstr>
      <vt:lpstr>Filtered Dashboard 2</vt:lpstr>
      <vt:lpstr>Key Insights</vt:lpstr>
      <vt:lpstr>Tools Used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Aadhya M D</dc:creator>
  <cp:lastModifiedBy>Aadhya M D</cp:lastModifiedBy>
  <cp:revision>3</cp:revision>
  <dcterms:created xsi:type="dcterms:W3CDTF">2025-11-19T19:16:47Z</dcterms:created>
  <dcterms:modified xsi:type="dcterms:W3CDTF">2025-11-20T14:23:17Z</dcterms:modified>
</cp:coreProperties>
</file>